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576F-B796-0B9A-CE39-FE9514E80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CC43B8-366B-ABA1-52ED-E994FA21E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AC215-8706-2CE5-0661-303892C4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5CE6-9E45-4DB9-A61F-48B0410C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3C308-E64F-967F-6F08-648A53E1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79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2F70-8A04-3461-C9AC-CF0D86D7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341A-073C-C4F0-7CE2-73ED5A89E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287AB-69C2-7047-9277-5B21D4B5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98AAD-8763-E0DA-A2F0-EBB470CD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4D8E2-3DC1-1F84-DB21-3475AEAE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793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E563-AF41-61B7-1B0A-E26FFCE0B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05C2D-5B5F-39D0-9E50-968C3B49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0B8F4-A2FC-757D-EDB2-5D07EC5B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38BC3-BB55-7212-96C4-4920A684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F29FA-DD95-E847-7997-CE335C0A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3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F035-2C38-DE67-9D18-080361A8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B5FF1-8F4D-F34E-1B05-FC3BE3A0C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72748-3559-DCD7-1F37-92D90511D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28FD0-A368-0D48-1BC8-5552AB67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C1F01-05DB-816F-F56E-2A270517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DE39E-2C2A-223A-7F71-F6775F03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98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34AF-DA1D-0C26-3D3D-9B021B12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30420-2C65-8B03-1F8F-D8D4AF533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5FC82-F777-96AF-E7CD-643FF6D4E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0FCAFD-9839-A470-1DA7-3F90167463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3DA7B-3FFD-41A5-2B2B-3378E9D5D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A8BB9-C946-442F-CD36-753574835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30CA5E-12A2-F6E0-2775-A89F0C86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C1505-F12C-9C4C-8FEC-C9E36F28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741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F096-3370-1A74-93A4-D3774CAC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82D83-2413-A754-3E2C-FA228C90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07EE5-8DBA-9E36-C900-CEF58899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506B1-434C-E031-9639-9087E0FE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129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7C706-E433-FB7E-2716-29AA8010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F84CB-480D-4091-6BB8-3970258E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E133A-C05B-E88C-6FF8-F4ED89A0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65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E99D-EDC4-F7D5-293B-659317FE5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B0997-4B3F-917C-C410-834998B3B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2BCA6-0704-40B7-012F-25829516E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805BD-EAEF-57C6-5AD7-9A92F5F5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922D0-F07F-2F3D-ECB8-5CD554CA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52C4D-634C-BD13-E3B6-F4317291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357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0D7D-B454-4495-5452-B752D4B7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209E27-6841-BB32-89A7-BB77AB9F8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4D961-8C48-58AF-15BB-B17165607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9A416-161E-B24B-8E23-8A1F99E2F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D84EF-2BE9-AF17-A41A-536E8E2C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1EC27-5D5C-B580-C67D-4D187950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5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427A-D23F-5288-F36D-C6F36413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6F745-71F7-7178-F7FC-7F29C567E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29979-16FD-3279-C861-60FC2AAA2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C832A-1A17-DED2-96D5-861D66A2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0EA23-823A-6DE9-1571-71709B48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959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C925D9-BFD0-4AF4-2334-EC04B4332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0F102-0457-ABFE-5215-FDD330696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EB5A8-8D7C-7E76-CCBA-D4D402AA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C533A-72B9-E112-3E5D-96EB1E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65AC0-185E-F840-B3B2-42644903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7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BB68D-D2D9-92EB-9DAD-515F89630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8A0DD-6596-3801-3350-55D791E29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D0B59-C594-1AEB-E97C-3AFFD9316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F8E9A-9556-4D58-9EEB-D64D9221E9A9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3B7D-14F7-4A6C-7433-A18FB0B9C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A424D-D02E-9509-C80C-C95D30987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94F4F-37DA-4D93-B40B-3AF849AFE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4D6B-FA12-0D56-8C03-6A59692B9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0E530-30A6-9332-DF8B-CD2ED77599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EC0DD-5A0B-170F-CD08-D3AEFE650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01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46FA4E-83E9-D7A9-009F-AFDFBB8AE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834132-FEB7-C0F3-D510-15C52130F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2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F9C29-89BE-3F95-B889-6AD5B4510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3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94547-FD5A-854A-B967-3E3DCBEB2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45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573CA1-4ADC-7B86-3B9F-6E6381852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7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46A346-16D7-B4B9-3667-58E38B797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20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Manogna Reddy</dc:creator>
  <cp:lastModifiedBy>Manogna Reddy</cp:lastModifiedBy>
  <cp:revision>1</cp:revision>
  <dcterms:created xsi:type="dcterms:W3CDTF">2025-08-01T15:16:10Z</dcterms:created>
  <dcterms:modified xsi:type="dcterms:W3CDTF">2025-08-01T15:16:22Z</dcterms:modified>
</cp:coreProperties>
</file>