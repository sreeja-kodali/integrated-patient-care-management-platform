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0" r:id="rId6"/>
    <p:sldId id="263" r:id="rId7"/>
    <p:sldId id="264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035C-97D8-067F-46E8-64EB27BDD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437E8-E469-8059-5B64-735BC28E8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4A40D-25D9-489F-8EA1-395D6922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68C4B-9E37-FF7B-26FD-AC8E0466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AAE55-7B91-2096-D060-3F59A7FE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31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560D9-5FA5-04EF-00D6-78842C6C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BB28A-17A9-C4B9-FC5B-A2DBAB58B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65411-5F9A-1E6E-3053-8A8D4ACC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F0D23-D78E-7C9C-3EA4-9A1A3BAF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52ABF-74D8-4D8F-3B69-29A466A74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242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84E8-4EF9-7FAE-06C8-DA7AC820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77C58-49B6-2CD8-F769-A2CA66DD0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B39BB-FED5-289C-CF9C-6184C1471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B736-B637-FEB6-E91B-102C3A4C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88A94-2950-4C23-28E1-87D67252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88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98E8-72B5-4DCF-B6E0-86C0923A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9E67D-52DE-6248-47D4-1A45F9E53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CB578-8347-B914-4C7A-6A5BAF896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DACA3-F33C-602F-D093-51CF93D0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F9E36-EEF8-23BB-564D-1A7517A84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E1F98-A6A2-573A-0827-044E88FC9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04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E96A-7D5F-E027-1123-B363788DA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F7539-7FBB-5C38-2648-541B99DB5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650C4-B885-EDC6-2C08-F5A437924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7372B3-489D-06E6-33D9-1DEB35564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BA50D-6A68-6EBF-5119-150B72C2B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83637-D43C-13E3-30EF-C6D80F04A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2E5A2B-7F07-2657-0B7D-FCBA69465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5D79D-C94A-F7EA-77BF-1FCDF542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87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8FD8-A4AB-5021-C7B0-2FBA0D5D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C89935-08E7-986C-A1BA-28ABDE03E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27E12-C70C-97DA-12B3-190E5EA1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1D36E-99DE-8C5E-F770-33B4254E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26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C7923-6EA4-E31B-1095-FDB7AFC9C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5F737E-020F-3172-1757-BFBFC07C1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1E2AD-CE06-C003-9C6C-633DDA8E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41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6595-F742-FA99-F2DD-EDFCA7E13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FF189-59F4-9667-DD26-762418658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879BC-6499-204F-8D14-5F8E03FDB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6A4DF-FCFC-C12A-8A9E-0A5D94425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02A73-3C4C-299B-9914-8CE504AE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30E9D-0BEB-06ED-03A9-65DB07E2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224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8875E-6916-3785-5CF3-23762E8C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0074EA-607C-0503-11E7-B7D2810C0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82718-3CAC-D19D-CB47-5BF8AC7EE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84DCC-DAA0-2BEC-4086-A901D961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D011D-C5AA-13B8-ADBA-3F8D1D69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CCF42-D51C-F6E6-BA2F-E2A22E1E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25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95497-247C-89BC-94E1-3561D56BE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D5753-29C6-7D4B-8FFE-BF0BA69EC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52945-197A-75B5-E79B-082863C6A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7CCE3-FF69-3B0F-E75A-E9B5D60B8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BE3B3-8CC4-0444-17CA-E969572FD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26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69558-BAC8-0553-AD4C-BC8611A65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98840-281D-A2C8-428C-7E30DFC70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5409-63F5-FF58-AA2F-CE87DBA7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935D0-1B41-6352-6BA8-AE8ECB05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6A75D-A945-C91E-E134-320A0CB0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5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B44EF5-80CA-DFC3-6CE9-E143959C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03211-BB56-42CB-AC6A-7C5DFEA36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1524-9E4D-A898-873D-8365339E8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BBA75-65BD-4322-A69E-752E36EAE23B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2CE87-7789-12C6-3BED-6287FA216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4AC79-BA96-7FDA-FB40-E3F7577A1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69A23-9E53-4474-8814-29557F987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91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5413-32DF-E7DD-D950-53232F3D2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BDDC4-0E6E-8A0A-5AC3-A256F4D267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AF25FC-CD0E-5F47-4415-57E7B042E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A8B10F-B825-A632-27DF-FFF00DDEB7CD}"/>
              </a:ext>
            </a:extLst>
          </p:cNvPr>
          <p:cNvSpPr txBox="1"/>
          <p:nvPr/>
        </p:nvSpPr>
        <p:spPr>
          <a:xfrm>
            <a:off x="5309419" y="176981"/>
            <a:ext cx="53094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4th</a:t>
            </a:r>
          </a:p>
        </p:txBody>
      </p:sp>
    </p:spTree>
    <p:extLst>
      <p:ext uri="{BB962C8B-B14F-4D97-AF65-F5344CB8AC3E}">
        <p14:creationId xmlns:p14="http://schemas.microsoft.com/office/powerpoint/2010/main" val="323269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DB2F1-4D8F-70BD-4DD3-B5216569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E474DC-C660-789E-0EF7-C957D95FA78D}"/>
              </a:ext>
            </a:extLst>
          </p:cNvPr>
          <p:cNvSpPr txBox="1"/>
          <p:nvPr/>
        </p:nvSpPr>
        <p:spPr>
          <a:xfrm>
            <a:off x="1042219" y="904568"/>
            <a:ext cx="5751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Recap</a:t>
            </a:r>
            <a:r>
              <a:rPr lang="en-IN" dirty="0"/>
              <a:t>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3F286F-0AC5-3DF9-B521-54B49FE56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032" y="2344427"/>
            <a:ext cx="935047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platform that integrates hospital activities — including patient registration, appointments, billing, and medical records — into one centralized system.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storage of patient details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scheduling and appointment booking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billing and report generation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login (Admin, Doctor, Receptionist)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929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85237-E477-D468-791E-E7ECB51D7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313987-3B70-A66E-C090-F6437C478585}"/>
              </a:ext>
            </a:extLst>
          </p:cNvPr>
          <p:cNvSpPr txBox="1"/>
          <p:nvPr/>
        </p:nvSpPr>
        <p:spPr>
          <a:xfrm>
            <a:off x="1484670" y="1433614"/>
            <a:ext cx="7895303" cy="373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IN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 Modules:</a:t>
            </a:r>
            <a:endParaRPr lang="en-IN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Patient Information Management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Doctor and Employee Management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Room and Equipment Allocation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Medicine and Billing Management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Record Maintenance and Tracking</a:t>
            </a:r>
          </a:p>
        </p:txBody>
      </p:sp>
    </p:spTree>
    <p:extLst>
      <p:ext uri="{BB962C8B-B14F-4D97-AF65-F5344CB8AC3E}">
        <p14:creationId xmlns:p14="http://schemas.microsoft.com/office/powerpoint/2010/main" val="178582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7BA91-E2AF-A0FA-6F68-7E9D823E7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39B009-F618-4A51-DEA4-F3F1E59F5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9"/>
            <a:ext cx="12192000" cy="68552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D2B3AC6-F7C9-B861-7D7A-03C820C43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17" y="1661220"/>
            <a:ext cx="4286864" cy="42381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41ED49-B377-1FE3-A564-ECCD4A2858AF}"/>
              </a:ext>
            </a:extLst>
          </p:cNvPr>
          <p:cNvSpPr txBox="1"/>
          <p:nvPr/>
        </p:nvSpPr>
        <p:spPr>
          <a:xfrm>
            <a:off x="1868129" y="958647"/>
            <a:ext cx="2703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3876A-1AC7-2220-400D-A2BEAF8FE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451" y="2192162"/>
            <a:ext cx="3036684" cy="297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8EDFE-98DA-DE6F-98AC-826830330195}"/>
              </a:ext>
            </a:extLst>
          </p:cNvPr>
          <p:cNvSpPr txBox="1"/>
          <p:nvPr/>
        </p:nvSpPr>
        <p:spPr>
          <a:xfrm>
            <a:off x="6096000" y="1020202"/>
            <a:ext cx="4444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686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2D449B-244A-8977-72A6-BC68F8725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50C7CA-F58C-616B-0346-2CE5C9102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26" y="1258528"/>
            <a:ext cx="7855974" cy="49454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BF13DA-DAB5-2453-1704-B5B654F59084}"/>
              </a:ext>
            </a:extLst>
          </p:cNvPr>
          <p:cNvSpPr txBox="1"/>
          <p:nvPr/>
        </p:nvSpPr>
        <p:spPr>
          <a:xfrm>
            <a:off x="4424516" y="604323"/>
            <a:ext cx="4316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4269805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93B54-F999-39FE-69C2-3F702EDF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1A4786-5D21-94F3-0157-ADBEBCA06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3B3DE0-54EF-306A-6C7D-1C420AB51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205" y="1926323"/>
            <a:ext cx="3510117" cy="3589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2D45EE-C6A9-E4A2-1E93-D2B949529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472" y="1848465"/>
            <a:ext cx="3254476" cy="366743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399FC8-A115-A889-6D7A-9FEA2332C016}"/>
              </a:ext>
            </a:extLst>
          </p:cNvPr>
          <p:cNvSpPr txBox="1"/>
          <p:nvPr/>
        </p:nvSpPr>
        <p:spPr>
          <a:xfrm>
            <a:off x="1622322" y="1248246"/>
            <a:ext cx="3441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A41A37-DEA8-CA45-EA83-9B4CC32A2731}"/>
              </a:ext>
            </a:extLst>
          </p:cNvPr>
          <p:cNvSpPr txBox="1"/>
          <p:nvPr/>
        </p:nvSpPr>
        <p:spPr>
          <a:xfrm>
            <a:off x="6754761" y="1080494"/>
            <a:ext cx="390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28892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1443-537E-D914-3B27-4492AC45C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F2756C-7224-7FD3-9151-33C9F6947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C243A8-4C35-AA33-436F-08C9FF7C9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381" y="1641987"/>
            <a:ext cx="10363200" cy="45379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5D4359-481F-057B-E5FA-3B7C4CA66064}"/>
              </a:ext>
            </a:extLst>
          </p:cNvPr>
          <p:cNvSpPr txBox="1"/>
          <p:nvPr/>
        </p:nvSpPr>
        <p:spPr>
          <a:xfrm>
            <a:off x="1150374" y="786581"/>
            <a:ext cx="39329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75088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AD75-B658-051E-A4EB-19B29160E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360F80-2F29-215E-921D-18A745DD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E73B4C-6E70-BDEF-0BDF-6B5CC8626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67" y="727587"/>
            <a:ext cx="10491019" cy="53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10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4423-1597-D0E5-EEA4-8FE34A020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FD6E2B-0300-A61C-5273-72637C8F9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C3EC98-C2D8-D372-9DDB-4CC05AC37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74" y="924232"/>
            <a:ext cx="10540181" cy="51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1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6F960-E834-3A5A-59DD-A7F9C86E6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93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Manogna Reddy</dc:creator>
  <cp:lastModifiedBy>Manogna Reddy</cp:lastModifiedBy>
  <cp:revision>1</cp:revision>
  <dcterms:created xsi:type="dcterms:W3CDTF">2025-11-12T15:09:17Z</dcterms:created>
  <dcterms:modified xsi:type="dcterms:W3CDTF">2025-11-12T15:27:19Z</dcterms:modified>
</cp:coreProperties>
</file>